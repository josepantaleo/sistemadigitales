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80" r:id="rId2"/>
    <p:sldId id="285" r:id="rId3"/>
    <p:sldId id="281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>
        <p:scale>
          <a:sx n="75" d="100"/>
          <a:sy n="75" d="100"/>
        </p:scale>
        <p:origin x="-1968" y="-10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4F632CCB-97C6-42A9-A4C1-4FE47134049E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5390EE3-6D40-47C5-AFB4-8D1141392640}" type="datetimeFigureOut">
              <a:rPr lang="en-US" smtClean="0"/>
              <a:t>11/3/2025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¿Qué es JavaScript</a:t>
            </a:r>
            <a:r>
              <a:rPr lang="es-ES" b="1" dirty="0" smtClean="0"/>
              <a:t>? 5to y 6to</a:t>
            </a:r>
            <a:endParaRPr lang="es-E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JavaScript</a:t>
            </a:r>
            <a:r>
              <a:rPr lang="es-ES" dirty="0" smtClean="0"/>
              <a:t> </a:t>
            </a:r>
            <a:r>
              <a:rPr lang="es-ES" dirty="0"/>
              <a:t>es un lenguaje de programación que permite agregar interactividad a los sitios web. Se ejecuta del lado del cliente (navegador) y trabaja junto con HTML y CSS</a:t>
            </a:r>
            <a:r>
              <a:rPr lang="es-ES" dirty="0" smtClean="0"/>
              <a:t>.</a:t>
            </a:r>
          </a:p>
          <a:p>
            <a:r>
              <a:rPr lang="es-ES" b="1" dirty="0"/>
              <a:t>¿Qué necesitas para empezar?</a:t>
            </a:r>
          </a:p>
          <a:p>
            <a:pPr lvl="1"/>
            <a:r>
              <a:rPr lang="es-ES" dirty="0"/>
              <a:t>Un navegador moderno (</a:t>
            </a:r>
            <a:r>
              <a:rPr lang="es-ES" dirty="0" err="1"/>
              <a:t>Chrome</a:t>
            </a:r>
            <a:r>
              <a:rPr lang="es-ES" dirty="0"/>
              <a:t>, Firefox, </a:t>
            </a:r>
            <a:r>
              <a:rPr lang="es-ES" dirty="0" err="1"/>
              <a:t>Edge</a:t>
            </a:r>
            <a:r>
              <a:rPr lang="es-ES" dirty="0"/>
              <a:t>, etc.)</a:t>
            </a:r>
          </a:p>
          <a:p>
            <a:pPr lvl="1"/>
            <a:r>
              <a:rPr lang="es-ES" dirty="0"/>
              <a:t>Un editor de texto (como Visual Studio </a:t>
            </a:r>
            <a:r>
              <a:rPr lang="es-ES" dirty="0" err="1"/>
              <a:t>Code</a:t>
            </a:r>
            <a:r>
              <a:rPr lang="es-ES" dirty="0"/>
              <a:t>, aunque también puedes usar el Bloc de notas)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082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JavaScript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Conceptos básicos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017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Primer </a:t>
            </a:r>
            <a:r>
              <a:rPr lang="es-ES" b="1" dirty="0"/>
              <a:t>programa en JavaScript</a:t>
            </a:r>
            <a:br>
              <a:rPr lang="es-ES" b="1" dirty="0"/>
            </a:b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 un archivo HTML y añade JavaScript dentro de una etiqueta &lt;script</a:t>
            </a:r>
            <a:r>
              <a:rPr lang="es-ES" dirty="0" smtClean="0"/>
              <a:t>&gt;.</a:t>
            </a:r>
            <a:r>
              <a:rPr lang="es-ES" dirty="0"/>
              <a:t> Crea un archivo HTML y añade JavaScript dentro de una etiqueta &lt;script</a:t>
            </a:r>
            <a:r>
              <a:rPr lang="es-ES" dirty="0" smtClean="0"/>
              <a:t>&gt;.</a:t>
            </a:r>
          </a:p>
          <a:p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1" y="2886867"/>
            <a:ext cx="6297241" cy="3255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4" t="14792" r="33821" b="48665"/>
          <a:stretch/>
        </p:blipFill>
        <p:spPr bwMode="auto">
          <a:xfrm>
            <a:off x="0" y="3136899"/>
            <a:ext cx="5269728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9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2" y="365129"/>
            <a:ext cx="4457700" cy="1325563"/>
          </a:xfrm>
        </p:spPr>
        <p:txBody>
          <a:bodyPr/>
          <a:lstStyle/>
          <a:p>
            <a:r>
              <a:rPr lang="es-ES" dirty="0" smtClean="0"/>
              <a:t>Variables: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03200" y="1460500"/>
            <a:ext cx="5765800" cy="4792663"/>
          </a:xfrm>
        </p:spPr>
        <p:txBody>
          <a:bodyPr/>
          <a:lstStyle/>
          <a:p>
            <a:pPr marL="0" indent="0">
              <a:buNone/>
            </a:pPr>
            <a:r>
              <a:rPr lang="es-ES" dirty="0" err="1"/>
              <a:t>let</a:t>
            </a:r>
            <a:r>
              <a:rPr lang="es-ES" dirty="0"/>
              <a:t> nombre = "Ana";</a:t>
            </a:r>
          </a:p>
          <a:p>
            <a:pPr marL="0" indent="0">
              <a:buNone/>
            </a:pPr>
            <a:r>
              <a:rPr lang="es-ES" dirty="0" err="1"/>
              <a:t>const</a:t>
            </a:r>
            <a:r>
              <a:rPr lang="es-ES" dirty="0"/>
              <a:t> edad = 25;</a:t>
            </a:r>
          </a:p>
          <a:p>
            <a:pPr marL="0" indent="0">
              <a:buNone/>
            </a:pPr>
            <a:r>
              <a:rPr lang="es-ES" dirty="0" err="1"/>
              <a:t>var</a:t>
            </a:r>
            <a:r>
              <a:rPr lang="es-ES" dirty="0"/>
              <a:t> ciudad = "</a:t>
            </a:r>
            <a:r>
              <a:rPr lang="es-ES" dirty="0" smtClean="0"/>
              <a:t>Villa Dolores";</a:t>
            </a:r>
          </a:p>
          <a:p>
            <a:endParaRPr lang="es-ES" dirty="0"/>
          </a:p>
          <a:p>
            <a:pPr lvl="1"/>
            <a:r>
              <a:rPr lang="es-ES" b="1" dirty="0" err="1"/>
              <a:t>let</a:t>
            </a:r>
            <a:r>
              <a:rPr lang="es-ES" b="1" dirty="0"/>
              <a:t>: Variable que puede cambiar.</a:t>
            </a:r>
          </a:p>
          <a:p>
            <a:pPr lvl="1"/>
            <a:r>
              <a:rPr lang="es-ES" b="1" dirty="0" err="1"/>
              <a:t>const</a:t>
            </a:r>
            <a:r>
              <a:rPr lang="es-ES" b="1" dirty="0"/>
              <a:t>: Constante (no puede cambiar).</a:t>
            </a:r>
          </a:p>
          <a:p>
            <a:pPr lvl="1"/>
            <a:r>
              <a:rPr lang="es-ES" b="1" dirty="0" err="1"/>
              <a:t>var</a:t>
            </a:r>
            <a:r>
              <a:rPr lang="es-ES" b="1" dirty="0"/>
              <a:t>: Forma </a:t>
            </a:r>
            <a:r>
              <a:rPr lang="es-ES" b="1" dirty="0" smtClean="0"/>
              <a:t>antigua.</a:t>
            </a:r>
            <a:endParaRPr lang="es-ES" b="1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5486400" y="1612899"/>
            <a:ext cx="5765800" cy="479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let</a:t>
            </a:r>
            <a:r>
              <a:rPr lang="es-ES" dirty="0"/>
              <a:t> texto = "Hola";       // </a:t>
            </a:r>
            <a:r>
              <a:rPr lang="es-ES" dirty="0" err="1"/>
              <a:t>String</a:t>
            </a:r>
            <a:endParaRPr lang="es-ES" dirty="0"/>
          </a:p>
          <a:p>
            <a:r>
              <a:rPr lang="es-ES" dirty="0" err="1"/>
              <a:t>let</a:t>
            </a:r>
            <a:r>
              <a:rPr lang="es-ES" dirty="0"/>
              <a:t> numero = 10;          // </a:t>
            </a:r>
            <a:r>
              <a:rPr lang="es-ES" dirty="0" err="1"/>
              <a:t>Number</a:t>
            </a:r>
            <a:endParaRPr lang="es-ES" dirty="0"/>
          </a:p>
          <a:p>
            <a:r>
              <a:rPr lang="es-ES" dirty="0" err="1"/>
              <a:t>let</a:t>
            </a:r>
            <a:r>
              <a:rPr lang="es-ES" dirty="0"/>
              <a:t> decimal = 3.14;       // </a:t>
            </a:r>
            <a:r>
              <a:rPr lang="es-ES" dirty="0" err="1"/>
              <a:t>Number</a:t>
            </a:r>
            <a:endParaRPr lang="es-ES" dirty="0"/>
          </a:p>
          <a:p>
            <a:r>
              <a:rPr lang="es-ES" dirty="0" err="1"/>
              <a:t>let</a:t>
            </a:r>
            <a:r>
              <a:rPr lang="es-ES" dirty="0"/>
              <a:t> activo = true;        // </a:t>
            </a:r>
            <a:r>
              <a:rPr lang="es-ES" dirty="0" err="1"/>
              <a:t>Boolean</a:t>
            </a:r>
            <a:endParaRPr lang="es-ES" dirty="0"/>
          </a:p>
          <a:p>
            <a:r>
              <a:rPr lang="es-ES" dirty="0" err="1"/>
              <a:t>let</a:t>
            </a:r>
            <a:r>
              <a:rPr lang="es-ES" dirty="0"/>
              <a:t> nada = </a:t>
            </a:r>
            <a:r>
              <a:rPr lang="es-ES" dirty="0" err="1"/>
              <a:t>null</a:t>
            </a:r>
            <a:r>
              <a:rPr lang="es-ES" dirty="0"/>
              <a:t>;          // </a:t>
            </a:r>
            <a:r>
              <a:rPr lang="es-ES" dirty="0" err="1"/>
              <a:t>Null</a:t>
            </a:r>
            <a:endParaRPr lang="es-ES" dirty="0"/>
          </a:p>
          <a:p>
            <a:r>
              <a:rPr lang="es-ES" dirty="0" err="1"/>
              <a:t>let</a:t>
            </a:r>
            <a:r>
              <a:rPr lang="es-ES" dirty="0"/>
              <a:t> indefinido;           // </a:t>
            </a:r>
            <a:r>
              <a:rPr lang="es-ES" dirty="0" err="1"/>
              <a:t>Undefined</a:t>
            </a:r>
            <a:endParaRPr lang="es-ES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5969000" y="269872"/>
            <a:ext cx="3733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smtClean="0"/>
              <a:t>Tipo de datos</a:t>
            </a: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330202" y="4906271"/>
            <a:ext cx="81915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Una </a:t>
            </a:r>
            <a:r>
              <a:rPr lang="es-ES" sz="2800" b="1" dirty="0"/>
              <a:t>variable</a:t>
            </a:r>
            <a:r>
              <a:rPr lang="es-ES" sz="2800" dirty="0"/>
              <a:t> es un espacio en la memoria que sirve para almacenar información (datos) que puedes usar y modificar más adelante en tu programa.</a:t>
            </a:r>
          </a:p>
        </p:txBody>
      </p:sp>
    </p:spTree>
    <p:extLst>
      <p:ext uri="{BB962C8B-B14F-4D97-AF65-F5344CB8AC3E}">
        <p14:creationId xmlns:p14="http://schemas.microsoft.com/office/powerpoint/2010/main" val="183818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básicos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let</a:t>
            </a:r>
            <a:r>
              <a:rPr lang="es-ES" dirty="0"/>
              <a:t> a = 5;</a:t>
            </a:r>
          </a:p>
          <a:p>
            <a:r>
              <a:rPr lang="es-ES" dirty="0" err="1"/>
              <a:t>let</a:t>
            </a:r>
            <a:r>
              <a:rPr lang="es-ES" dirty="0"/>
              <a:t> b = 2;</a:t>
            </a:r>
          </a:p>
          <a:p>
            <a:endParaRPr lang="es-ES" dirty="0"/>
          </a:p>
          <a:p>
            <a:r>
              <a:rPr lang="es-ES" dirty="0"/>
              <a:t>console.log(a + b); // Suma</a:t>
            </a:r>
          </a:p>
          <a:p>
            <a:r>
              <a:rPr lang="es-ES" dirty="0"/>
              <a:t>console.log(a - b); // Resta</a:t>
            </a:r>
          </a:p>
          <a:p>
            <a:r>
              <a:rPr lang="es-ES" dirty="0"/>
              <a:t>console.log(a * b); // Multiplicación</a:t>
            </a:r>
          </a:p>
          <a:p>
            <a:r>
              <a:rPr lang="es-ES" dirty="0"/>
              <a:t>console.log(a / b); // División</a:t>
            </a:r>
          </a:p>
          <a:p>
            <a:r>
              <a:rPr lang="es-ES" dirty="0"/>
              <a:t>console.log(a % b); // Módulo (resto)</a:t>
            </a:r>
          </a:p>
        </p:txBody>
      </p:sp>
    </p:spTree>
    <p:extLst>
      <p:ext uri="{BB962C8B-B14F-4D97-AF65-F5344CB8AC3E}">
        <p14:creationId xmlns:p14="http://schemas.microsoft.com/office/powerpoint/2010/main" val="216031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Ejercicio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Realice una calculadora </a:t>
            </a:r>
            <a:r>
              <a:rPr lang="es-ES" dirty="0" err="1" smtClean="0"/>
              <a:t>basica</a:t>
            </a:r>
            <a:r>
              <a:rPr lang="es-ES" dirty="0" smtClean="0"/>
              <a:t> en </a:t>
            </a:r>
            <a:r>
              <a:rPr lang="es-ES" dirty="0" err="1" smtClean="0"/>
              <a:t>html</a:t>
            </a:r>
            <a:r>
              <a:rPr lang="es-ES" dirty="0" smtClean="0"/>
              <a:t> y </a:t>
            </a:r>
            <a:r>
              <a:rPr lang="es-ES" dirty="0" err="1" smtClean="0"/>
              <a:t>javascript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993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yacencia">
  <a:themeElements>
    <a:clrScheme name="Adyacencia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yace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312</TotalTime>
  <Words>277</Words>
  <Application>Microsoft Office PowerPoint</Application>
  <PresentationFormat>Personalizado</PresentationFormat>
  <Paragraphs>36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Adyacencia</vt:lpstr>
      <vt:lpstr>¿Qué es JavaScript? 5to y 6to</vt:lpstr>
      <vt:lpstr>JavaScript</vt:lpstr>
      <vt:lpstr>Primer programa en JavaScript  </vt:lpstr>
      <vt:lpstr>Variables:</vt:lpstr>
      <vt:lpstr>Operadores básicos</vt:lpstr>
      <vt:lpstr>Ejercicio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CSS</dc:title>
  <dc:creator>Alumno</dc:creator>
  <cp:lastModifiedBy>docente</cp:lastModifiedBy>
  <cp:revision>43</cp:revision>
  <dcterms:created xsi:type="dcterms:W3CDTF">2025-09-22T12:45:45Z</dcterms:created>
  <dcterms:modified xsi:type="dcterms:W3CDTF">2025-11-03T14:41:17Z</dcterms:modified>
</cp:coreProperties>
</file>