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62" r:id="rId1"/>
  </p:sldMasterIdLst>
  <p:sldIdLst>
    <p:sldId id="280" r:id="rId2"/>
    <p:sldId id="285" r:id="rId3"/>
    <p:sldId id="281" r:id="rId4"/>
    <p:sldId id="282" r:id="rId5"/>
    <p:sldId id="283" r:id="rId6"/>
    <p:sldId id="284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706" autoAdjust="0"/>
    <p:restoredTop sz="94660"/>
  </p:normalViewPr>
  <p:slideViewPr>
    <p:cSldViewPr snapToGrid="0">
      <p:cViewPr>
        <p:scale>
          <a:sx n="75" d="100"/>
          <a:sy n="75" d="100"/>
        </p:scale>
        <p:origin x="-1968" y="-103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905001"/>
            <a:ext cx="10058400" cy="2593975"/>
          </a:xfrm>
        </p:spPr>
        <p:txBody>
          <a:bodyPr anchor="b"/>
          <a:lstStyle>
            <a:lvl1pPr>
              <a:defRPr sz="6600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4572000"/>
            <a:ext cx="8615680" cy="10668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 smtClean="0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390EE3-6D40-47C5-AFB4-8D1141392640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632CCB-97C6-42A9-A4C1-4FE47134049E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390EE3-6D40-47C5-AFB4-8D1141392640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632CCB-97C6-42A9-A4C1-4FE47134049E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5" y="5486400"/>
            <a:ext cx="10212916" cy="1168400"/>
          </a:xfrm>
        </p:spPr>
        <p:txBody>
          <a:bodyPr anchor="t"/>
          <a:lstStyle>
            <a:lvl1pPr algn="l">
              <a:defRPr sz="3600" b="0" cap="all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5" y="3852863"/>
            <a:ext cx="8180916" cy="1633538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390EE3-6D40-47C5-AFB4-8D1141392640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632CCB-97C6-42A9-A4C1-4FE47134049E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536192"/>
            <a:ext cx="48768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92800" y="1536192"/>
            <a:ext cx="48768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390EE3-6D40-47C5-AFB4-8D1141392640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632CCB-97C6-42A9-A4C1-4FE47134049E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48768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48768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92800" y="1535113"/>
            <a:ext cx="48768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92800" y="2174875"/>
            <a:ext cx="48768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390EE3-6D40-47C5-AFB4-8D1141392640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632CCB-97C6-42A9-A4C1-4FE47134049E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390EE3-6D40-47C5-AFB4-8D1141392640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632CCB-97C6-42A9-A4C1-4FE47134049E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390EE3-6D40-47C5-AFB4-8D1141392640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632CCB-97C6-42A9-A4C1-4FE47134049E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6401" y="5495544"/>
            <a:ext cx="10363200" cy="594360"/>
          </a:xfrm>
        </p:spPr>
        <p:txBody>
          <a:bodyPr anchor="b"/>
          <a:lstStyle>
            <a:lvl1pPr algn="ctr">
              <a:defRPr sz="2200" b="1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06400" y="6096000"/>
            <a:ext cx="10363201" cy="6096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390EE3-6D40-47C5-AFB4-8D1141392640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632CCB-97C6-42A9-A4C1-4FE47134049E}" type="slidenum">
              <a:rPr lang="en-US" smtClean="0"/>
              <a:t>‹Nº›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406400" y="381000"/>
            <a:ext cx="10363200" cy="4942840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2336" y="5495278"/>
            <a:ext cx="10363200" cy="594626"/>
          </a:xfrm>
        </p:spPr>
        <p:txBody>
          <a:bodyPr anchor="b"/>
          <a:lstStyle>
            <a:lvl1pPr algn="ctr">
              <a:defRPr sz="2200" b="1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112776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 smtClean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02336" y="6096000"/>
            <a:ext cx="10363200" cy="612648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390EE3-6D40-47C5-AFB4-8D1141392640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F632CCB-97C6-42A9-A4C1-4FE47134049E}" type="slidenum">
              <a:rPr lang="en-US" smtClean="0"/>
              <a:t>‹Nº›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390EE3-6D40-47C5-AFB4-8D1141392640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632CCB-97C6-42A9-A4C1-4FE47134049E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336800" cy="5851525"/>
          </a:xfrm>
        </p:spPr>
        <p:txBody>
          <a:bodyPr vert="eaVert" anchor="b" anchorCtr="0"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390EE3-6D40-47C5-AFB4-8D1141392640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632CCB-97C6-42A9-A4C1-4FE47134049E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160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160000" cy="4800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11277600" y="0"/>
            <a:ext cx="9144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1277600" y="5486400"/>
            <a:ext cx="9144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75717" y="5648960"/>
            <a:ext cx="731520" cy="396240"/>
          </a:xfrm>
          <a:prstGeom prst="bracketPair">
            <a:avLst>
              <a:gd name="adj" fmla="val 17949"/>
            </a:avLst>
          </a:prstGeom>
          <a:ln w="19050">
            <a:solidFill>
              <a:srgbClr val="FFFFFF"/>
            </a:solidFill>
          </a:ln>
        </p:spPr>
        <p:txBody>
          <a:bodyPr vert="horz" lIns="0" tIns="0" rIns="0" bIns="0" rtlCol="0" anchor="ctr"/>
          <a:lstStyle>
            <a:lvl1pPr algn="ctr">
              <a:defRPr sz="1800">
                <a:solidFill>
                  <a:srgbClr val="FFFFFF"/>
                </a:solidFill>
              </a:defRPr>
            </a:lvl1pPr>
          </a:lstStyle>
          <a:p>
            <a:fld id="{4F632CCB-97C6-42A9-A4C1-4FE47134049E}" type="slidenum">
              <a:rPr lang="en-US" smtClean="0"/>
              <a:t>‹Nº›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10510428" y="3987800"/>
            <a:ext cx="2367281" cy="4876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474869" y="1584960"/>
            <a:ext cx="2438399" cy="4876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2"/>
                </a:solidFill>
              </a:defRPr>
            </a:lvl1pPr>
          </a:lstStyle>
          <a:p>
            <a:fld id="{75390EE3-6D40-47C5-AFB4-8D1141392640}" type="datetimeFigureOut">
              <a:rPr lang="en-US" smtClean="0"/>
              <a:t>11/3/2025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63" r:id="rId1"/>
    <p:sldLayoutId id="2147483864" r:id="rId2"/>
    <p:sldLayoutId id="2147483865" r:id="rId3"/>
    <p:sldLayoutId id="2147483866" r:id="rId4"/>
    <p:sldLayoutId id="2147483867" r:id="rId5"/>
    <p:sldLayoutId id="2147483868" r:id="rId6"/>
    <p:sldLayoutId id="2147483869" r:id="rId7"/>
    <p:sldLayoutId id="2147483870" r:id="rId8"/>
    <p:sldLayoutId id="2147483871" r:id="rId9"/>
    <p:sldLayoutId id="2147483872" r:id="rId10"/>
    <p:sldLayoutId id="2147483873" r:id="rId11"/>
  </p:sldLayoutIdLst>
  <p:txStyles>
    <p:titleStyle>
      <a:lvl1pPr algn="l" defTabSz="914400" rtl="0" eaLnBrk="1" latinLnBrk="0" hangingPunct="1">
        <a:spcBef>
          <a:spcPct val="0"/>
        </a:spcBef>
        <a:buNone/>
        <a:defRPr sz="4600" kern="1200" cap="none" spc="-100" baseline="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342900" indent="-22860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2860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indent="-22860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80160" indent="-22860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indent="-228600" algn="l" defTabSz="914400" rtl="0" eaLnBrk="1" latinLnBrk="0" hangingPunct="1">
        <a:spcBef>
          <a:spcPct val="20000"/>
        </a:spcBef>
        <a:buClr>
          <a:schemeClr val="accent5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103120" indent="-18288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18288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b="1" dirty="0"/>
              <a:t>¿Qué es JavaScript</a:t>
            </a:r>
            <a:r>
              <a:rPr lang="es-ES" b="1" dirty="0" smtClean="0"/>
              <a:t>? 5to y 6to</a:t>
            </a:r>
            <a:endParaRPr lang="es-ES" b="1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b="1" dirty="0" smtClean="0"/>
              <a:t>JavaScript</a:t>
            </a:r>
            <a:r>
              <a:rPr lang="es-ES" dirty="0" smtClean="0"/>
              <a:t> </a:t>
            </a:r>
            <a:r>
              <a:rPr lang="es-ES" dirty="0"/>
              <a:t>es un lenguaje de programación que permite agregar interactividad a los sitios web. Se ejecuta del lado del cliente (navegador) y trabaja junto con HTML y CSS</a:t>
            </a:r>
            <a:r>
              <a:rPr lang="es-ES" dirty="0" smtClean="0"/>
              <a:t>.</a:t>
            </a:r>
          </a:p>
          <a:p>
            <a:r>
              <a:rPr lang="es-ES" b="1" dirty="0"/>
              <a:t>¿Qué necesitas para empezar?</a:t>
            </a:r>
          </a:p>
          <a:p>
            <a:pPr lvl="1"/>
            <a:r>
              <a:rPr lang="es-ES" dirty="0"/>
              <a:t>Un navegador moderno (</a:t>
            </a:r>
            <a:r>
              <a:rPr lang="es-ES" dirty="0" err="1"/>
              <a:t>Chrome</a:t>
            </a:r>
            <a:r>
              <a:rPr lang="es-ES" dirty="0"/>
              <a:t>, Firefox, </a:t>
            </a:r>
            <a:r>
              <a:rPr lang="es-ES" dirty="0" err="1"/>
              <a:t>Edge</a:t>
            </a:r>
            <a:r>
              <a:rPr lang="es-ES" dirty="0"/>
              <a:t>, etc.)</a:t>
            </a:r>
          </a:p>
          <a:p>
            <a:pPr lvl="1"/>
            <a:r>
              <a:rPr lang="es-ES" dirty="0"/>
              <a:t>Un editor de texto (como Visual Studio </a:t>
            </a:r>
            <a:r>
              <a:rPr lang="es-ES" dirty="0" err="1"/>
              <a:t>Code</a:t>
            </a:r>
            <a:r>
              <a:rPr lang="es-ES" dirty="0"/>
              <a:t>, aunque también puedes usar el Bloc de notas)</a:t>
            </a:r>
          </a:p>
          <a:p>
            <a:endParaRPr lang="es-ES" dirty="0"/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410820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JavaScript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smtClean="0"/>
              <a:t>Conceptos básicos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8301776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ES" b="1" dirty="0" smtClean="0"/>
              <a:t>Primer </a:t>
            </a:r>
            <a:r>
              <a:rPr lang="es-ES" b="1" dirty="0"/>
              <a:t>programa en JavaScript</a:t>
            </a:r>
            <a:br>
              <a:rPr lang="es-ES" b="1" dirty="0"/>
            </a:br>
            <a:r>
              <a:rPr lang="es-ES" dirty="0"/>
              <a:t/>
            </a:r>
            <a:br>
              <a:rPr lang="es-ES" dirty="0"/>
            </a:b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Crea un archivo HTML y añade JavaScript dentro de una etiqueta &lt;script</a:t>
            </a:r>
            <a:r>
              <a:rPr lang="es-ES" dirty="0" smtClean="0"/>
              <a:t>&gt;.</a:t>
            </a:r>
            <a:r>
              <a:rPr lang="es-ES" dirty="0"/>
              <a:t> Crea un archivo HTML y añade JavaScript dentro de una etiqueta &lt;script</a:t>
            </a:r>
            <a:r>
              <a:rPr lang="es-ES" dirty="0" smtClean="0"/>
              <a:t>&gt;.</a:t>
            </a:r>
          </a:p>
          <a:p>
            <a:endParaRPr lang="es-E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0101" y="3213102"/>
            <a:ext cx="6297241" cy="32559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0619417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838202" y="365129"/>
            <a:ext cx="4457700" cy="1325563"/>
          </a:xfrm>
        </p:spPr>
        <p:txBody>
          <a:bodyPr/>
          <a:lstStyle/>
          <a:p>
            <a:r>
              <a:rPr lang="es-ES" dirty="0" smtClean="0"/>
              <a:t>Variables: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203200" y="1460500"/>
            <a:ext cx="5765800" cy="4792663"/>
          </a:xfrm>
        </p:spPr>
        <p:txBody>
          <a:bodyPr/>
          <a:lstStyle/>
          <a:p>
            <a:pPr marL="0" indent="0">
              <a:buNone/>
            </a:pPr>
            <a:r>
              <a:rPr lang="es-ES" dirty="0" err="1"/>
              <a:t>let</a:t>
            </a:r>
            <a:r>
              <a:rPr lang="es-ES" dirty="0"/>
              <a:t> nombre = "Ana";</a:t>
            </a:r>
          </a:p>
          <a:p>
            <a:pPr marL="0" indent="0">
              <a:buNone/>
            </a:pPr>
            <a:r>
              <a:rPr lang="es-ES" dirty="0" err="1"/>
              <a:t>const</a:t>
            </a:r>
            <a:r>
              <a:rPr lang="es-ES" dirty="0"/>
              <a:t> edad = 25;</a:t>
            </a:r>
          </a:p>
          <a:p>
            <a:pPr marL="0" indent="0">
              <a:buNone/>
            </a:pPr>
            <a:r>
              <a:rPr lang="es-ES" dirty="0" err="1"/>
              <a:t>var</a:t>
            </a:r>
            <a:r>
              <a:rPr lang="es-ES" dirty="0"/>
              <a:t> ciudad = "</a:t>
            </a:r>
            <a:r>
              <a:rPr lang="es-ES" dirty="0" smtClean="0"/>
              <a:t>Villa Dolores";</a:t>
            </a:r>
          </a:p>
          <a:p>
            <a:endParaRPr lang="es-ES" dirty="0"/>
          </a:p>
          <a:p>
            <a:pPr lvl="1"/>
            <a:r>
              <a:rPr lang="es-ES" b="1" dirty="0" err="1"/>
              <a:t>let</a:t>
            </a:r>
            <a:r>
              <a:rPr lang="es-ES" b="1" dirty="0"/>
              <a:t>: Variable que puede cambiar.</a:t>
            </a:r>
          </a:p>
          <a:p>
            <a:pPr lvl="1"/>
            <a:r>
              <a:rPr lang="es-ES" b="1" dirty="0" err="1"/>
              <a:t>const</a:t>
            </a:r>
            <a:r>
              <a:rPr lang="es-ES" b="1" dirty="0"/>
              <a:t>: Constante (no puede cambiar).</a:t>
            </a:r>
          </a:p>
          <a:p>
            <a:pPr lvl="1"/>
            <a:r>
              <a:rPr lang="es-ES" b="1" dirty="0" err="1"/>
              <a:t>var</a:t>
            </a:r>
            <a:r>
              <a:rPr lang="es-ES" b="1" dirty="0"/>
              <a:t>: Forma </a:t>
            </a:r>
            <a:r>
              <a:rPr lang="es-ES" b="1" dirty="0" smtClean="0"/>
              <a:t>antigua.</a:t>
            </a:r>
            <a:endParaRPr lang="es-ES" b="1" dirty="0"/>
          </a:p>
        </p:txBody>
      </p:sp>
      <p:sp>
        <p:nvSpPr>
          <p:cNvPr id="4" name="2 Marcador de contenido"/>
          <p:cNvSpPr txBox="1">
            <a:spLocks/>
          </p:cNvSpPr>
          <p:nvPr/>
        </p:nvSpPr>
        <p:spPr>
          <a:xfrm>
            <a:off x="5486400" y="1612899"/>
            <a:ext cx="5765800" cy="4792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dirty="0" err="1"/>
              <a:t>let</a:t>
            </a:r>
            <a:r>
              <a:rPr lang="es-ES" dirty="0"/>
              <a:t> texto = "Hola";       // </a:t>
            </a:r>
            <a:r>
              <a:rPr lang="es-ES" dirty="0" err="1"/>
              <a:t>String</a:t>
            </a:r>
            <a:endParaRPr lang="es-ES" dirty="0"/>
          </a:p>
          <a:p>
            <a:r>
              <a:rPr lang="es-ES" dirty="0" err="1"/>
              <a:t>let</a:t>
            </a:r>
            <a:r>
              <a:rPr lang="es-ES" dirty="0"/>
              <a:t> numero = 10;          // </a:t>
            </a:r>
            <a:r>
              <a:rPr lang="es-ES" dirty="0" err="1"/>
              <a:t>Number</a:t>
            </a:r>
            <a:endParaRPr lang="es-ES" dirty="0"/>
          </a:p>
          <a:p>
            <a:r>
              <a:rPr lang="es-ES" dirty="0" err="1"/>
              <a:t>let</a:t>
            </a:r>
            <a:r>
              <a:rPr lang="es-ES" dirty="0"/>
              <a:t> decimal = 3.14;       // </a:t>
            </a:r>
            <a:r>
              <a:rPr lang="es-ES" dirty="0" err="1"/>
              <a:t>Number</a:t>
            </a:r>
            <a:endParaRPr lang="es-ES" dirty="0"/>
          </a:p>
          <a:p>
            <a:r>
              <a:rPr lang="es-ES" dirty="0" err="1"/>
              <a:t>let</a:t>
            </a:r>
            <a:r>
              <a:rPr lang="es-ES" dirty="0"/>
              <a:t> activo = true;        // </a:t>
            </a:r>
            <a:r>
              <a:rPr lang="es-ES" dirty="0" err="1"/>
              <a:t>Boolean</a:t>
            </a:r>
            <a:endParaRPr lang="es-ES" dirty="0"/>
          </a:p>
          <a:p>
            <a:r>
              <a:rPr lang="es-ES" dirty="0" err="1"/>
              <a:t>let</a:t>
            </a:r>
            <a:r>
              <a:rPr lang="es-ES" dirty="0"/>
              <a:t> nada = </a:t>
            </a:r>
            <a:r>
              <a:rPr lang="es-ES" dirty="0" err="1"/>
              <a:t>null</a:t>
            </a:r>
            <a:r>
              <a:rPr lang="es-ES" dirty="0"/>
              <a:t>;          // </a:t>
            </a:r>
            <a:r>
              <a:rPr lang="es-ES" dirty="0" err="1"/>
              <a:t>Null</a:t>
            </a:r>
            <a:endParaRPr lang="es-ES" dirty="0"/>
          </a:p>
          <a:p>
            <a:r>
              <a:rPr lang="es-ES" dirty="0" err="1"/>
              <a:t>let</a:t>
            </a:r>
            <a:r>
              <a:rPr lang="es-ES" dirty="0"/>
              <a:t> indefinido;           // </a:t>
            </a:r>
            <a:r>
              <a:rPr lang="es-ES" dirty="0" err="1"/>
              <a:t>Undefined</a:t>
            </a:r>
            <a:endParaRPr lang="es-ES" dirty="0"/>
          </a:p>
        </p:txBody>
      </p:sp>
      <p:sp>
        <p:nvSpPr>
          <p:cNvPr id="5" name="1 Título"/>
          <p:cNvSpPr txBox="1">
            <a:spLocks/>
          </p:cNvSpPr>
          <p:nvPr/>
        </p:nvSpPr>
        <p:spPr>
          <a:xfrm>
            <a:off x="5969000" y="269872"/>
            <a:ext cx="3733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dirty="0" smtClean="0"/>
              <a:t>Tipo de datos</a:t>
            </a:r>
            <a:endParaRPr lang="es-ES" dirty="0"/>
          </a:p>
        </p:txBody>
      </p:sp>
      <p:sp>
        <p:nvSpPr>
          <p:cNvPr id="6" name="5 Rectángulo"/>
          <p:cNvSpPr/>
          <p:nvPr/>
        </p:nvSpPr>
        <p:spPr>
          <a:xfrm>
            <a:off x="330202" y="4906271"/>
            <a:ext cx="8191500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800" dirty="0"/>
              <a:t>Una </a:t>
            </a:r>
            <a:r>
              <a:rPr lang="es-ES" sz="2800" b="1" dirty="0"/>
              <a:t>variable</a:t>
            </a:r>
            <a:r>
              <a:rPr lang="es-ES" sz="2800" dirty="0"/>
              <a:t> es un espacio en la memoria que sirve para almacenar información (datos) que puedes usar y modificar más adelante en tu programa.</a:t>
            </a:r>
          </a:p>
        </p:txBody>
      </p:sp>
    </p:spTree>
    <p:extLst>
      <p:ext uri="{BB962C8B-B14F-4D97-AF65-F5344CB8AC3E}">
        <p14:creationId xmlns:p14="http://schemas.microsoft.com/office/powerpoint/2010/main" val="18381893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Operadores básicos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ES" dirty="0" err="1"/>
              <a:t>let</a:t>
            </a:r>
            <a:r>
              <a:rPr lang="es-ES" dirty="0"/>
              <a:t> a = 5;</a:t>
            </a:r>
          </a:p>
          <a:p>
            <a:r>
              <a:rPr lang="es-ES" dirty="0" err="1"/>
              <a:t>let</a:t>
            </a:r>
            <a:r>
              <a:rPr lang="es-ES" dirty="0"/>
              <a:t> b = 2;</a:t>
            </a:r>
          </a:p>
          <a:p>
            <a:endParaRPr lang="es-ES" dirty="0"/>
          </a:p>
          <a:p>
            <a:r>
              <a:rPr lang="es-ES" dirty="0"/>
              <a:t>console.log(a + b); // Suma</a:t>
            </a:r>
          </a:p>
          <a:p>
            <a:r>
              <a:rPr lang="es-ES" dirty="0"/>
              <a:t>console.log(a - b); // Resta</a:t>
            </a:r>
          </a:p>
          <a:p>
            <a:r>
              <a:rPr lang="es-ES" dirty="0"/>
              <a:t>console.log(a * b); // Multiplicación</a:t>
            </a:r>
          </a:p>
          <a:p>
            <a:r>
              <a:rPr lang="es-ES" dirty="0"/>
              <a:t>console.log(a / b); // División</a:t>
            </a:r>
          </a:p>
          <a:p>
            <a:r>
              <a:rPr lang="es-ES" dirty="0"/>
              <a:t>console.log(a % b); // Módulo (resto)</a:t>
            </a:r>
          </a:p>
        </p:txBody>
      </p:sp>
    </p:spTree>
    <p:extLst>
      <p:ext uri="{BB962C8B-B14F-4D97-AF65-F5344CB8AC3E}">
        <p14:creationId xmlns:p14="http://schemas.microsoft.com/office/powerpoint/2010/main" val="21603110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dirty="0"/>
              <a:t>Ejercicio 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smtClean="0"/>
              <a:t>Realice una calculadora </a:t>
            </a:r>
            <a:r>
              <a:rPr lang="es-ES" dirty="0" err="1" smtClean="0"/>
              <a:t>basica</a:t>
            </a:r>
            <a:r>
              <a:rPr lang="es-ES" dirty="0" smtClean="0"/>
              <a:t> en </a:t>
            </a:r>
            <a:r>
              <a:rPr lang="es-ES" dirty="0" err="1" smtClean="0"/>
              <a:t>html</a:t>
            </a:r>
            <a:r>
              <a:rPr lang="es-ES" dirty="0" smtClean="0"/>
              <a:t> y </a:t>
            </a:r>
            <a:r>
              <a:rPr lang="es-ES" dirty="0" err="1" smtClean="0"/>
              <a:t>javascript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9499377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Adyacencia">
  <a:themeElements>
    <a:clrScheme name="Adyacencia">
      <a:dk1>
        <a:srgbClr val="2F2B20"/>
      </a:dk1>
      <a:lt1>
        <a:srgbClr val="FFFFFF"/>
      </a:lt1>
      <a:dk2>
        <a:srgbClr val="675E47"/>
      </a:dk2>
      <a:lt2>
        <a:srgbClr val="DFDCB7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Office">
      <a:majorFont>
        <a:latin typeface="Cambria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明朝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dyacencia">
      <a:fillStyleLst>
        <a:solidFill>
          <a:schemeClr val="phClr"/>
        </a:solidFill>
        <a:solidFill>
          <a:schemeClr val="phClr">
            <a:tint val="55000"/>
          </a:schemeClr>
        </a:solidFill>
        <a:solidFill>
          <a:schemeClr val="phClr"/>
        </a:soli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algn="bl" rotWithShape="0">
              <a:srgbClr val="000000">
                <a:alpha val="60000"/>
              </a:srgbClr>
            </a:outerShdw>
          </a:effectLst>
        </a:effectStyle>
        <a:effectStyle>
          <a:effectLst/>
          <a:scene3d>
            <a:camera prst="orthographicFront">
              <a:rot lat="0" lon="0" rev="0"/>
            </a:camera>
            <a:lightRig rig="brightRoom" dir="tl">
              <a:rot lat="0" lon="0" rev="1800000"/>
            </a:lightRig>
          </a:scene3d>
          <a:sp3d contourW="10160" prstMaterial="dkEdge">
            <a:bevelT w="38100" h="50800" prst="angle"/>
            <a:contourClr>
              <a:schemeClr val="phClr">
                <a:shade val="40000"/>
                <a:satMod val="15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</a:schemeClr>
            </a:gs>
            <a:gs pos="75000">
              <a:schemeClr val="phClr">
                <a:shade val="100000"/>
                <a:satMod val="115000"/>
              </a:schemeClr>
            </a:gs>
            <a:gs pos="100000">
              <a:schemeClr val="phClr">
                <a:shade val="70000"/>
                <a:satMod val="130000"/>
              </a:schemeClr>
            </a:gs>
          </a:gsLst>
          <a:path path="circle">
            <a:fillToRect l="20000" t="50000" r="10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7000"/>
              </a:schemeClr>
              <a:schemeClr val="phClr">
                <a:shade val="96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Adjacency</Template>
  <TotalTime>312</TotalTime>
  <Words>277</Words>
  <Application>Microsoft Office PowerPoint</Application>
  <PresentationFormat>Personalizado</PresentationFormat>
  <Paragraphs>36</Paragraphs>
  <Slides>6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7" baseType="lpstr">
      <vt:lpstr>Adyacencia</vt:lpstr>
      <vt:lpstr>¿Qué es JavaScript? 5to y 6to</vt:lpstr>
      <vt:lpstr>JavaScript</vt:lpstr>
      <vt:lpstr>Primer programa en JavaScript  </vt:lpstr>
      <vt:lpstr>Variables:</vt:lpstr>
      <vt:lpstr>Operadores básicos</vt:lpstr>
      <vt:lpstr>Ejercicio 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HTML CSS</dc:title>
  <dc:creator>Alumno</dc:creator>
  <cp:lastModifiedBy>docente</cp:lastModifiedBy>
  <cp:revision>42</cp:revision>
  <dcterms:created xsi:type="dcterms:W3CDTF">2025-09-22T12:45:45Z</dcterms:created>
  <dcterms:modified xsi:type="dcterms:W3CDTF">2025-11-03T14:03:53Z</dcterms:modified>
</cp:coreProperties>
</file>